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Summer Internship Project</a:t>
            </a:r>
          </a:p>
          <a:p>
            <a:r>
              <a:t>Presented by: Amit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Managing daily expenses manually is difficult.</a:t>
            </a:r>
          </a:p>
          <a:p>
            <a:pPr>
              <a:defRPr sz="2200"/>
            </a:pPr>
            <a:r>
              <a:t>Users need a simple application to record and track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Add, edit and delete expenses</a:t>
            </a:r>
          </a:p>
          <a:p>
            <a:pPr>
              <a:defRPr sz="2200"/>
            </a:pPr>
            <a:r>
              <a:t>Store data in CSV file</a:t>
            </a:r>
          </a:p>
          <a:p>
            <a:pPr>
              <a:defRPr sz="2200"/>
            </a:pPr>
            <a:r>
              <a:t>Search expenses by category</a:t>
            </a:r>
          </a:p>
          <a:p>
            <a:pPr>
              <a:defRPr sz="2200"/>
            </a:pPr>
            <a:r>
              <a:t>Generate category-wise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CSV File Handling</a:t>
            </a:r>
          </a:p>
          <a:p>
            <a:pPr>
              <a:defRPr sz="2200"/>
            </a:pPr>
            <a:r>
              <a:t>Lists &amp; Dictionaries</a:t>
            </a:r>
          </a:p>
          <a:p>
            <a:pPr>
              <a:defRPr sz="2200"/>
            </a:pPr>
            <a:r>
              <a:t>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Expense</a:t>
            </a:r>
          </a:p>
          <a:p>
            <a:pPr>
              <a:defRPr sz="2200"/>
            </a:pPr>
            <a:r>
              <a:t>View All Expenses</a:t>
            </a:r>
          </a:p>
          <a:p>
            <a:pPr>
              <a:defRPr sz="2200"/>
            </a:pPr>
            <a:r>
              <a:t>Calculate Total Expense</a:t>
            </a:r>
          </a:p>
          <a:p>
            <a:pPr>
              <a:defRPr sz="2200"/>
            </a:pPr>
            <a:r>
              <a:t>Edit &amp; Delete Expense</a:t>
            </a:r>
          </a:p>
          <a:p>
            <a:pPr>
              <a:defRPr sz="2200"/>
            </a:pPr>
            <a:r>
              <a:t>Search Expense</a:t>
            </a:r>
          </a:p>
          <a:p>
            <a:pPr>
              <a:defRPr sz="2200"/>
            </a:pPr>
            <a:r>
              <a:t>Category Wise Report</a:t>
            </a:r>
          </a:p>
          <a:p>
            <a:pPr>
              <a:defRPr sz="2200"/>
            </a:pPr>
            <a:r>
              <a:t>Automatic CSV Saving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CSV data</a:t>
            </a:r>
          </a:p>
          <a:p>
            <a:pPr>
              <a:defRPr sz="2200"/>
            </a:pPr>
            <a:r>
              <a:t>Display menu</a:t>
            </a:r>
          </a:p>
          <a:p>
            <a:pPr>
              <a:defRPr sz="2200"/>
            </a:pPr>
            <a:r>
              <a:t>Perform selected operation</a:t>
            </a:r>
          </a:p>
          <a:p>
            <a:pPr>
              <a:defRPr sz="2200"/>
            </a:pPr>
            <a:r>
              <a:t>Save changes to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Food - ₹250</a:t>
            </a:r>
          </a:p>
          <a:p>
            <a:pPr>
              <a:defRPr sz="2200"/>
            </a:pPr>
            <a:r>
              <a:t>Shopping - ₹1200</a:t>
            </a:r>
          </a:p>
          <a:p>
            <a:pPr>
              <a:defRPr sz="2200"/>
            </a:pPr>
            <a:r>
              <a:t>Travel - ₹150</a:t>
            </a:r>
          </a:p>
          <a:p>
            <a:pPr>
              <a:defRPr sz="2200"/>
            </a:pPr>
            <a:r>
              <a:t>Total Expense displayed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Monthly Reports</a:t>
            </a:r>
          </a:p>
          <a:p>
            <a:pPr>
              <a:defRPr sz="2200"/>
            </a:pPr>
            <a:r>
              <a:t>GUI using Tkinter</a:t>
            </a:r>
          </a:p>
          <a:p>
            <a:pPr>
              <a:defRPr sz="2200"/>
            </a:pPr>
            <a:r>
              <a:t>Graphs and Charts</a:t>
            </a:r>
          </a:p>
          <a:p>
            <a:pPr>
              <a:defRPr sz="2200"/>
            </a:pPr>
            <a:r>
              <a:t>Database (SQLite/MySQL)</a:t>
            </a:r>
          </a:p>
          <a:p>
            <a:pPr>
              <a:defRPr sz="2200"/>
            </a:pPr>
            <a:r>
              <a:t>User Login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simplifies expense management.</a:t>
            </a:r>
          </a:p>
          <a:p>
            <a:pPr>
              <a:defRPr sz="2200"/>
            </a:pPr>
            <a:r>
              <a:t>It demonstrates Python fundamentals and file handling.</a:t>
            </a:r>
          </a:p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